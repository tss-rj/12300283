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2DD86-4A95-B0E1-26FE-E45489E4A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35864-44BB-1161-2677-0D67AD664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2BB6-6008-5032-9B2A-999687AA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751E1-AEC0-7578-4C6D-BF4CFB49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2547-BDF5-8E02-3C9F-8D26D9A4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31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FA34-E256-1216-57C2-1A55EF15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9894-A7F8-4D5E-AFDD-939EFFA94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7CC3C-2C07-E894-4E88-6FE091D29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6A91-597D-8D5D-738D-F3CAC004B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EEB77-2B35-1A13-46C2-3771DA37E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59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6A2C-ADAD-33D7-E043-32EABA7E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503B2-34E2-6713-89C3-4D46F15DC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0A1A0-8A0E-8FC6-F986-FF84A39D7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E23A7-4A0F-84B7-7B2A-B71F7969A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14F9C-2A04-8CA2-106A-C58AA4A5E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2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6BC8-6937-09FA-2C51-602C02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9266F-3D0A-ADFF-5048-0D5B77F54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99D00-A3F5-BDE3-BC65-A8A1617BD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7FC7B-5879-A7EE-4A5F-E0F4D5EB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3F416-8FF5-9B88-646A-B85E29A49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7824E-72FF-2E4B-C1C3-930579D6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77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CDD7-7EE9-5830-AA65-87E573B0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EFF1C-62B9-02AD-3760-79DD683B7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1778C-805E-CD4D-AA9D-BF6AF6862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CAC3B-955B-552B-80AD-4B4EFC0F3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C0803-D19F-A9BE-AB8D-BE62AC29E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F65FE-BEE9-637B-9549-F28AB02F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EA25-BEC5-6B48-97B6-349560A2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7BCAD4-EDFB-9EBE-0619-2E191BC7A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2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D03D-E758-41B3-B714-ED26639E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31654-CE9A-533E-40E2-056669B9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0E721-45EF-58A9-D92A-800D7823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B78B1-C3D9-B728-24C6-8956B007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72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78F97-1D63-6547-5BE3-3717D292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2749A-424C-1B81-44D4-2DDD17D7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FA842-2354-9E8D-B3D9-C43ABB24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55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E0AC-62E5-76C6-F3D3-6AF8E6028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8728D-86FA-0415-4A40-2DA965C5D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03B6D-84D2-39B6-1F5F-B36F845E5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A6FF-EEAA-9A4F-54B0-B5ABF537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89828-BBB3-AD85-02C0-0BD62951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2D2BB-62F6-01D8-C1B1-01DB2FC7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3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74FA-27D6-AEA1-2244-41E082E4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46E11F-16F5-5369-8D23-A8E430092A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25805-A3F8-8099-49F8-AF3A798EC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DA27A-84CF-0FAC-ADA7-2FFA0A08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D8296-09C3-F0B3-06DE-70B074EE2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E68A-8518-8F25-52B4-56B155EA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6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70A4-05A6-CA8C-84D1-211CC93D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1534C-596D-EA04-EDE4-091876D39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C567-0F9F-4056-4F05-FBC910B84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E1DA8-D190-67E7-161E-1999496E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EFA79-9B8A-92B2-8BAE-58F249A0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96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7951FE-D553-DC5A-BAD5-60CAE75493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5002-D9CE-0E12-BE86-AA6B7AEF6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39F07-6862-20C7-B847-90547DB9F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CB4C3-1A71-74DF-6103-27A6B065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EDC8-6C9A-22E4-A8DC-16853EA0E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51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41C17-0156-71E2-EF6F-76EB0D81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FEE86-52D2-4C2B-D819-E56313080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14B2C-015D-7216-D3F9-CB30AA88C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634F0C-7875-4F26-8D04-0E2A13D001D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30BF-E3A8-4547-62D0-471315AC8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EFC37-07E3-6907-1195-35D8E6FB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C54DC-9606-4F88-8975-8E9B6FE1C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59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85C856-D594-0EDE-7944-1A636FC8E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444"/>
            <a:ext cx="12192000" cy="621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92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2C7E81-2452-8F94-BCB7-7FCE4C47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24"/>
            <a:ext cx="12192000" cy="632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7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8FDD6-DA60-F78E-05A5-8AC02B366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87"/>
            <a:ext cx="12192000" cy="671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486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1CC74-4B73-296C-FF51-01CC76FA3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02" y="0"/>
            <a:ext cx="97305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75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A1245-D8CC-EA1B-BDF3-13509F928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10" y="0"/>
            <a:ext cx="11802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4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31E0F-AA57-B22C-E810-81F51732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35" y="0"/>
            <a:ext cx="11366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082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027B77-AF9C-E5D8-6265-749E5EF97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37" y="0"/>
            <a:ext cx="11302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0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D43C03-9B0A-0D8A-F2D1-92A21F6F5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6" y="0"/>
            <a:ext cx="10746540" cy="68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03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50F69B-E149-B035-DB47-42B7E1D75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9" y="11014"/>
            <a:ext cx="11636559" cy="684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7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6013FA-5F07-B5DC-825E-2308E61EC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61442"/>
            <a:ext cx="9935962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65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Kaur</dc:creator>
  <cp:lastModifiedBy>Prabhjot Kaur</cp:lastModifiedBy>
  <cp:revision>1</cp:revision>
  <dcterms:created xsi:type="dcterms:W3CDTF">2025-12-05T07:58:02Z</dcterms:created>
  <dcterms:modified xsi:type="dcterms:W3CDTF">2025-12-05T08:04:50Z</dcterms:modified>
</cp:coreProperties>
</file>